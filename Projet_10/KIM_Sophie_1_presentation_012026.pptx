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6" r:id="rId5"/>
    <p:sldId id="260" r:id="rId6"/>
    <p:sldId id="261" r:id="rId7"/>
    <p:sldId id="273" r:id="rId8"/>
    <p:sldId id="262" r:id="rId9"/>
    <p:sldId id="274" r:id="rId10"/>
    <p:sldId id="265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A5F1"/>
    <a:srgbClr val="28A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chiers%20SOPHIE\Projet%2010\Notes%20KP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chiers%20SOPHIE\Projet%2010\Notes%20KP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chiers%20SOPHIE\Projet%2010\Notes%20KP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chiers%20SOPHIE\Projet%2010\Notes%20KP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'Part données exploitables DWS'!$B$2</c:f>
              <c:strCache>
                <c:ptCount val="1"/>
                <c:pt idx="0">
                  <c:v>Accès basic à l'eau</c:v>
                </c:pt>
              </c:strCache>
            </c:strRef>
          </c:tx>
          <c:spPr>
            <a:solidFill>
              <a:srgbClr val="55A5F1"/>
            </a:solidFill>
          </c:spPr>
          <c:dPt>
            <c:idx val="0"/>
            <c:bubble3D val="0"/>
            <c:spPr>
              <a:solidFill>
                <a:srgbClr val="55A5F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24-40E5-9FFC-6286117D9B51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24-40E5-9FFC-6286117D9B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'Part données exploitables DWS'!$A$3:$A$4</c:f>
              <c:strCache>
                <c:ptCount val="2"/>
                <c:pt idx="0">
                  <c:v>Donées exploitables</c:v>
                </c:pt>
                <c:pt idx="1">
                  <c:v>Données manquantes</c:v>
                </c:pt>
              </c:strCache>
            </c:strRef>
          </c:cat>
          <c:val>
            <c:numRef>
              <c:f>'Part données exploitables DWS'!$B$3:$B$4</c:f>
              <c:numCache>
                <c:formatCode>0%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24-40E5-9FFC-6286117D9B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pPr>
            <a:endParaRPr lang="fr-F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pPr>
            <a:endParaRPr lang="fr-FR"/>
          </a:p>
        </c:txPr>
      </c:legendEntry>
      <c:layout>
        <c:manualLayout>
          <c:xMode val="edge"/>
          <c:yMode val="edge"/>
          <c:x val="2.5422005287777098E-2"/>
          <c:y val="0.32450118837916664"/>
          <c:w val="0.36481568140465576"/>
          <c:h val="0.562954108451942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ea typeface="+mn-ea"/>
              <a:cs typeface="Segoe UI Semilight" panose="020B0402040204020203" pitchFamily="34" charset="0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'Part données exploitables DWS'!$F$2</c:f>
              <c:strCache>
                <c:ptCount val="1"/>
                <c:pt idx="0">
                  <c:v>Accès basic à l'eau</c:v>
                </c:pt>
              </c:strCache>
            </c:strRef>
          </c:tx>
          <c:spPr>
            <a:solidFill>
              <a:schemeClr val="accent1"/>
            </a:solidFill>
          </c:spPr>
          <c:dPt>
            <c:idx val="0"/>
            <c:bubble3D val="0"/>
            <c:spPr>
              <a:solidFill>
                <a:srgbClr val="55A5F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6F-40B1-A6E1-742D02C085AF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6F-40B1-A6E1-742D02C085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'Part données exploitables DWS'!$E$3:$E$4</c:f>
              <c:strCache>
                <c:ptCount val="2"/>
                <c:pt idx="0">
                  <c:v>Donées exploitables</c:v>
                </c:pt>
                <c:pt idx="1">
                  <c:v>Données manquantes</c:v>
                </c:pt>
              </c:strCache>
            </c:strRef>
          </c:cat>
          <c:val>
            <c:numRef>
              <c:f>'Part données exploitables DWS'!$F$3:$F$4</c:f>
              <c:numCache>
                <c:formatCode>0%</c:formatCode>
                <c:ptCount val="2"/>
                <c:pt idx="0">
                  <c:v>0.97</c:v>
                </c:pt>
                <c:pt idx="1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6F-40B1-A6E1-742D02C085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1"/>
          <c:order val="1"/>
          <c:tx>
            <c:strRef>
              <c:f>'Part données exploitables DWS'!$C$2</c:f>
              <c:strCache>
                <c:ptCount val="1"/>
                <c:pt idx="0">
                  <c:v>Accès sécurisé à l'eau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dPt>
            <c:idx val="0"/>
            <c:bubble3D val="0"/>
            <c:spPr>
              <a:solidFill>
                <a:srgbClr val="55A5F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4-4853-8D6B-413F2E73E111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4-4853-8D6B-413F2E73E1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'Part données exploitables DWS'!$A$3:$A$4</c:f>
              <c:strCache>
                <c:ptCount val="2"/>
                <c:pt idx="0">
                  <c:v>Donées exploitables</c:v>
                </c:pt>
                <c:pt idx="1">
                  <c:v>Données manquantes</c:v>
                </c:pt>
              </c:strCache>
            </c:strRef>
          </c:cat>
          <c:val>
            <c:numRef>
              <c:f>'Part données exploitables DWS'!$C$3:$C$4</c:f>
              <c:numCache>
                <c:formatCode>0%</c:formatCode>
                <c:ptCount val="2"/>
                <c:pt idx="0">
                  <c:v>0.31</c:v>
                </c:pt>
                <c:pt idx="1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A4-4853-8D6B-413F2E73E1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'Part données exploitables DWS'!$B$2</c15:sqref>
                        </c15:formulaRef>
                      </c:ext>
                    </c:extLst>
                    <c:strCache>
                      <c:ptCount val="1"/>
                      <c:pt idx="0">
                        <c:v>Accès basic à l'eau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6-F0A4-4853-8D6B-413F2E73E111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8-F0A4-4853-8D6B-413F2E73E111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'Part données exploitables DWS'!$A$3:$A$4</c15:sqref>
                        </c15:formulaRef>
                      </c:ext>
                    </c:extLst>
                    <c:strCache>
                      <c:ptCount val="2"/>
                      <c:pt idx="0">
                        <c:v>Donées exploitables</c:v>
                      </c:pt>
                      <c:pt idx="1">
                        <c:v>Données manquantes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'Part données exploitables DWS'!$B$3:$B$4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0.9</c:v>
                      </c:pt>
                      <c:pt idx="1">
                        <c:v>0.1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F0A4-4853-8D6B-413F2E73E111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1"/>
          <c:order val="1"/>
          <c:tx>
            <c:strRef>
              <c:f>'Part données exploitables DWS'!$G$2</c:f>
              <c:strCache>
                <c:ptCount val="1"/>
                <c:pt idx="0">
                  <c:v>Accès sécurisé à l'eau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dPt>
            <c:idx val="0"/>
            <c:bubble3D val="0"/>
            <c:spPr>
              <a:solidFill>
                <a:srgbClr val="55A5F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EC-4FD0-869A-B50F6711DA29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AEC-4FD0-869A-B50F6711DA2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'Part données exploitables DWS'!$E$3:$E$4</c:f>
              <c:strCache>
                <c:ptCount val="2"/>
                <c:pt idx="0">
                  <c:v>Donées exploitables</c:v>
                </c:pt>
                <c:pt idx="1">
                  <c:v>Données manquantes</c:v>
                </c:pt>
              </c:strCache>
            </c:strRef>
          </c:cat>
          <c:val>
            <c:numRef>
              <c:f>'Part données exploitables DWS'!$G$3:$G$4</c:f>
              <c:numCache>
                <c:formatCode>0%</c:formatCode>
                <c:ptCount val="2"/>
                <c:pt idx="0">
                  <c:v>0.78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EC-4FD0-869A-B50F6711DA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'Part données exploitables DWS'!$F$2</c15:sqref>
                        </c15:formulaRef>
                      </c:ext>
                    </c:extLst>
                    <c:strCache>
                      <c:ptCount val="1"/>
                      <c:pt idx="0">
                        <c:v>Accès basic à l'eau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6-1AEC-4FD0-869A-B50F6711DA29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8-1AEC-4FD0-869A-B50F6711DA29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'Part données exploitables DWS'!$E$3:$E$4</c15:sqref>
                        </c15:formulaRef>
                      </c:ext>
                    </c:extLst>
                    <c:strCache>
                      <c:ptCount val="2"/>
                      <c:pt idx="0">
                        <c:v>Donées exploitables</c:v>
                      </c:pt>
                      <c:pt idx="1">
                        <c:v>Données manquantes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'Part données exploitables DWS'!$F$3:$F$4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0.97</c:v>
                      </c:pt>
                      <c:pt idx="1">
                        <c:v>0.03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1AEC-4FD0-869A-B50F6711DA29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A17E4-38A3-4369-A1D2-4AA754D3B74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5742911-5EB4-47A4-8BF1-94E330A71951}">
      <dgm:prSet phldrT="[Texte]" phldr="0"/>
      <dgm:spPr>
        <a:solidFill>
          <a:srgbClr val="55A5F1"/>
        </a:solidFill>
      </dgm:spPr>
      <dgm:t>
        <a:bodyPr/>
        <a:lstStyle/>
        <a:p>
          <a:r>
            <a:rPr lang="fr-FR" dirty="0"/>
            <a:t>Accès basic et sécurisé à l’eau potable</a:t>
          </a:r>
        </a:p>
      </dgm:t>
    </dgm:pt>
    <dgm:pt modelId="{6C1C20B0-F81C-4087-A1F3-DAF5F6737607}" type="parTrans" cxnId="{CE3E7029-3C9C-42E7-A7AE-CC472F704406}">
      <dgm:prSet/>
      <dgm:spPr/>
      <dgm:t>
        <a:bodyPr/>
        <a:lstStyle/>
        <a:p>
          <a:endParaRPr lang="fr-FR"/>
        </a:p>
      </dgm:t>
    </dgm:pt>
    <dgm:pt modelId="{ACD38942-05AB-4E7A-9901-7B6DEC86E11F}" type="sibTrans" cxnId="{CE3E7029-3C9C-42E7-A7AE-CC472F704406}">
      <dgm:prSet/>
      <dgm:spPr/>
      <dgm:t>
        <a:bodyPr/>
        <a:lstStyle/>
        <a:p>
          <a:endParaRPr lang="fr-FR"/>
        </a:p>
      </dgm:t>
    </dgm:pt>
    <dgm:pt modelId="{0464C3DE-058D-4FE3-BCC7-564C6FEB0534}">
      <dgm:prSet phldrT="[Texte]" phldr="0"/>
      <dgm:spPr>
        <a:solidFill>
          <a:srgbClr val="55A5F1"/>
        </a:solidFill>
      </dgm:spPr>
      <dgm:t>
        <a:bodyPr/>
        <a:lstStyle/>
        <a:p>
          <a:r>
            <a:rPr lang="fr-FR" dirty="0"/>
            <a:t>Taux de mortalité lié à l’eau insalubre</a:t>
          </a:r>
        </a:p>
      </dgm:t>
    </dgm:pt>
    <dgm:pt modelId="{979F8E02-5C6B-4FA0-BD0D-49382312D401}" type="parTrans" cxnId="{575C8552-8649-4E03-96AF-076AB55E94E1}">
      <dgm:prSet/>
      <dgm:spPr/>
      <dgm:t>
        <a:bodyPr/>
        <a:lstStyle/>
        <a:p>
          <a:endParaRPr lang="fr-FR"/>
        </a:p>
      </dgm:t>
    </dgm:pt>
    <dgm:pt modelId="{191D9343-D5DB-473D-9C44-FF545C95DEDE}" type="sibTrans" cxnId="{575C8552-8649-4E03-96AF-076AB55E94E1}">
      <dgm:prSet/>
      <dgm:spPr/>
      <dgm:t>
        <a:bodyPr/>
        <a:lstStyle/>
        <a:p>
          <a:endParaRPr lang="fr-FR"/>
        </a:p>
      </dgm:t>
    </dgm:pt>
    <dgm:pt modelId="{47162612-0D06-4C0A-8860-B026957BB403}">
      <dgm:prSet phldrT="[Texte]" phldr="0"/>
      <dgm:spPr>
        <a:solidFill>
          <a:srgbClr val="55A5F1"/>
        </a:solidFill>
      </dgm:spPr>
      <dgm:t>
        <a:bodyPr/>
        <a:lstStyle/>
        <a:p>
          <a:r>
            <a:rPr lang="fr-FR" dirty="0"/>
            <a:t>Stabilité politique</a:t>
          </a:r>
        </a:p>
      </dgm:t>
    </dgm:pt>
    <dgm:pt modelId="{A899BB9E-B40F-4F56-A302-3757C3D43487}" type="parTrans" cxnId="{C57D141D-0A81-4EAB-BEBB-12A24B0CDEDD}">
      <dgm:prSet/>
      <dgm:spPr/>
      <dgm:t>
        <a:bodyPr/>
        <a:lstStyle/>
        <a:p>
          <a:endParaRPr lang="fr-FR"/>
        </a:p>
      </dgm:t>
    </dgm:pt>
    <dgm:pt modelId="{1D84BFB7-5768-4BA8-A9AE-2805D954DD5B}" type="sibTrans" cxnId="{C57D141D-0A81-4EAB-BEBB-12A24B0CDEDD}">
      <dgm:prSet/>
      <dgm:spPr/>
      <dgm:t>
        <a:bodyPr/>
        <a:lstStyle/>
        <a:p>
          <a:endParaRPr lang="fr-FR"/>
        </a:p>
      </dgm:t>
    </dgm:pt>
    <dgm:pt modelId="{EF73316A-2EFE-4CEB-9B0A-DFBD9684C15D}">
      <dgm:prSet phldrT="[Texte]" phldr="0"/>
      <dgm:spPr>
        <a:solidFill>
          <a:srgbClr val="55A5F1"/>
        </a:solidFill>
      </dgm:spPr>
      <dgm:t>
        <a:bodyPr/>
        <a:lstStyle/>
        <a:p>
          <a:r>
            <a:rPr lang="fr-FR" dirty="0"/>
            <a:t>Population</a:t>
          </a:r>
        </a:p>
      </dgm:t>
    </dgm:pt>
    <dgm:pt modelId="{804AC22E-BC4A-4058-BA1A-9D76ADD323D8}" type="parTrans" cxnId="{B6948938-2CF8-4DDB-B828-54D941EC485B}">
      <dgm:prSet/>
      <dgm:spPr/>
      <dgm:t>
        <a:bodyPr/>
        <a:lstStyle/>
        <a:p>
          <a:endParaRPr lang="fr-FR"/>
        </a:p>
      </dgm:t>
    </dgm:pt>
    <dgm:pt modelId="{12AE065B-4AE9-4A30-88A2-C4F1AFB447F0}" type="sibTrans" cxnId="{B6948938-2CF8-4DDB-B828-54D941EC485B}">
      <dgm:prSet/>
      <dgm:spPr/>
      <dgm:t>
        <a:bodyPr/>
        <a:lstStyle/>
        <a:p>
          <a:endParaRPr lang="fr-FR"/>
        </a:p>
      </dgm:t>
    </dgm:pt>
    <dgm:pt modelId="{4DCADB25-5FCA-4E84-B925-5985DB26D261}">
      <dgm:prSet phldrT="[Texte]" phldr="0"/>
      <dgm:spPr>
        <a:solidFill>
          <a:srgbClr val="55A5F1"/>
        </a:solidFill>
      </dgm:spPr>
      <dgm:t>
        <a:bodyPr/>
        <a:lstStyle/>
        <a:p>
          <a:r>
            <a:rPr lang="fr-FR"/>
            <a:t>Données géographiques</a:t>
          </a:r>
          <a:endParaRPr lang="fr-FR" dirty="0"/>
        </a:p>
      </dgm:t>
    </dgm:pt>
    <dgm:pt modelId="{94FA86FD-1970-4845-97AB-5005A4E16B32}" type="parTrans" cxnId="{5D660540-EA0B-4B69-B7DA-5624DCDAC9C6}">
      <dgm:prSet/>
      <dgm:spPr/>
      <dgm:t>
        <a:bodyPr/>
        <a:lstStyle/>
        <a:p>
          <a:endParaRPr lang="fr-FR"/>
        </a:p>
      </dgm:t>
    </dgm:pt>
    <dgm:pt modelId="{BFA28212-C7BD-46C2-AA29-775A94DCEAFB}" type="sibTrans" cxnId="{5D660540-EA0B-4B69-B7DA-5624DCDAC9C6}">
      <dgm:prSet/>
      <dgm:spPr/>
      <dgm:t>
        <a:bodyPr/>
        <a:lstStyle/>
        <a:p>
          <a:endParaRPr lang="fr-FR"/>
        </a:p>
      </dgm:t>
    </dgm:pt>
    <dgm:pt modelId="{5062C4B4-FD1F-4778-9864-1A83E449BD69}" type="pres">
      <dgm:prSet presAssocID="{1EEA17E4-38A3-4369-A1D2-4AA754D3B742}" presName="linear" presStyleCnt="0">
        <dgm:presLayoutVars>
          <dgm:dir/>
          <dgm:animLvl val="lvl"/>
          <dgm:resizeHandles val="exact"/>
        </dgm:presLayoutVars>
      </dgm:prSet>
      <dgm:spPr/>
    </dgm:pt>
    <dgm:pt modelId="{FFEA3F8F-1778-40B1-AF43-07D4EA2139C8}" type="pres">
      <dgm:prSet presAssocID="{05742911-5EB4-47A4-8BF1-94E330A71951}" presName="parentLin" presStyleCnt="0"/>
      <dgm:spPr/>
    </dgm:pt>
    <dgm:pt modelId="{4A51E175-8DC6-4D11-90BF-4296CDADFCA6}" type="pres">
      <dgm:prSet presAssocID="{05742911-5EB4-47A4-8BF1-94E330A71951}" presName="parentLeftMargin" presStyleLbl="node1" presStyleIdx="0" presStyleCnt="5"/>
      <dgm:spPr/>
    </dgm:pt>
    <dgm:pt modelId="{F1D6441C-0636-4055-9033-50FC3E9B0B2C}" type="pres">
      <dgm:prSet presAssocID="{05742911-5EB4-47A4-8BF1-94E330A7195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9C1025-49EF-41D8-8C26-B1663823F18C}" type="pres">
      <dgm:prSet presAssocID="{05742911-5EB4-47A4-8BF1-94E330A71951}" presName="negativeSpace" presStyleCnt="0"/>
      <dgm:spPr/>
    </dgm:pt>
    <dgm:pt modelId="{9618C7DB-2D38-47FA-9BE4-881D3D401C3E}" type="pres">
      <dgm:prSet presAssocID="{05742911-5EB4-47A4-8BF1-94E330A71951}" presName="childText" presStyleLbl="conFgAcc1" presStyleIdx="0" presStyleCnt="5">
        <dgm:presLayoutVars>
          <dgm:bulletEnabled val="1"/>
        </dgm:presLayoutVars>
      </dgm:prSet>
      <dgm:spPr>
        <a:ln>
          <a:solidFill>
            <a:srgbClr val="55A5F1"/>
          </a:solidFill>
        </a:ln>
      </dgm:spPr>
    </dgm:pt>
    <dgm:pt modelId="{DA180791-1D1C-445A-8146-E5EFD41ACFB3}" type="pres">
      <dgm:prSet presAssocID="{ACD38942-05AB-4E7A-9901-7B6DEC86E11F}" presName="spaceBetweenRectangles" presStyleCnt="0"/>
      <dgm:spPr/>
    </dgm:pt>
    <dgm:pt modelId="{069C1086-9E9D-4F7F-918D-D7B1162B04B0}" type="pres">
      <dgm:prSet presAssocID="{0464C3DE-058D-4FE3-BCC7-564C6FEB0534}" presName="parentLin" presStyleCnt="0"/>
      <dgm:spPr/>
    </dgm:pt>
    <dgm:pt modelId="{7CCACFEE-DC8E-428A-8A60-5EF29B54BE52}" type="pres">
      <dgm:prSet presAssocID="{0464C3DE-058D-4FE3-BCC7-564C6FEB0534}" presName="parentLeftMargin" presStyleLbl="node1" presStyleIdx="0" presStyleCnt="5"/>
      <dgm:spPr/>
    </dgm:pt>
    <dgm:pt modelId="{70160A4A-76A9-4E22-B048-33F1A79FF441}" type="pres">
      <dgm:prSet presAssocID="{0464C3DE-058D-4FE3-BCC7-564C6FEB053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2A5C71D-CBCF-4D83-A826-1BDA7B7BE3B9}" type="pres">
      <dgm:prSet presAssocID="{0464C3DE-058D-4FE3-BCC7-564C6FEB0534}" presName="negativeSpace" presStyleCnt="0"/>
      <dgm:spPr/>
    </dgm:pt>
    <dgm:pt modelId="{F561F6E6-869B-4CB0-8A51-44D0BB65DEB4}" type="pres">
      <dgm:prSet presAssocID="{0464C3DE-058D-4FE3-BCC7-564C6FEB0534}" presName="childText" presStyleLbl="conFgAcc1" presStyleIdx="1" presStyleCnt="5">
        <dgm:presLayoutVars>
          <dgm:bulletEnabled val="1"/>
        </dgm:presLayoutVars>
      </dgm:prSet>
      <dgm:spPr>
        <a:ln>
          <a:solidFill>
            <a:srgbClr val="55A5F1"/>
          </a:solidFill>
        </a:ln>
      </dgm:spPr>
    </dgm:pt>
    <dgm:pt modelId="{25BB8D85-D95F-4C56-92F8-B67AB15CD79A}" type="pres">
      <dgm:prSet presAssocID="{191D9343-D5DB-473D-9C44-FF545C95DEDE}" presName="spaceBetweenRectangles" presStyleCnt="0"/>
      <dgm:spPr/>
    </dgm:pt>
    <dgm:pt modelId="{3EEEF96A-820D-48F1-8E1A-DFA9D369DD7A}" type="pres">
      <dgm:prSet presAssocID="{47162612-0D06-4C0A-8860-B026957BB403}" presName="parentLin" presStyleCnt="0"/>
      <dgm:spPr/>
    </dgm:pt>
    <dgm:pt modelId="{05E05CF8-D180-407E-ABF7-296D2EA86185}" type="pres">
      <dgm:prSet presAssocID="{47162612-0D06-4C0A-8860-B026957BB403}" presName="parentLeftMargin" presStyleLbl="node1" presStyleIdx="1" presStyleCnt="5"/>
      <dgm:spPr/>
    </dgm:pt>
    <dgm:pt modelId="{9E94B0D6-73CF-4E0F-9CF5-C02C9B554A87}" type="pres">
      <dgm:prSet presAssocID="{47162612-0D06-4C0A-8860-B026957BB40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26DA470-804A-40D8-8A24-867AEDB3C28C}" type="pres">
      <dgm:prSet presAssocID="{47162612-0D06-4C0A-8860-B026957BB403}" presName="negativeSpace" presStyleCnt="0"/>
      <dgm:spPr/>
    </dgm:pt>
    <dgm:pt modelId="{C1F6C062-7090-4E04-8D1C-6A0AEDE622F7}" type="pres">
      <dgm:prSet presAssocID="{47162612-0D06-4C0A-8860-B026957BB403}" presName="childText" presStyleLbl="conFgAcc1" presStyleIdx="2" presStyleCnt="5">
        <dgm:presLayoutVars>
          <dgm:bulletEnabled val="1"/>
        </dgm:presLayoutVars>
      </dgm:prSet>
      <dgm:spPr>
        <a:ln>
          <a:solidFill>
            <a:srgbClr val="55A5F1"/>
          </a:solidFill>
        </a:ln>
      </dgm:spPr>
    </dgm:pt>
    <dgm:pt modelId="{D825B153-4955-4FBB-8BCE-435F6CB967EE}" type="pres">
      <dgm:prSet presAssocID="{1D84BFB7-5768-4BA8-A9AE-2805D954DD5B}" presName="spaceBetweenRectangles" presStyleCnt="0"/>
      <dgm:spPr/>
    </dgm:pt>
    <dgm:pt modelId="{556CE82A-8E36-4AF8-B7B1-F6ABC458ED48}" type="pres">
      <dgm:prSet presAssocID="{EF73316A-2EFE-4CEB-9B0A-DFBD9684C15D}" presName="parentLin" presStyleCnt="0"/>
      <dgm:spPr/>
    </dgm:pt>
    <dgm:pt modelId="{C72058D9-41EC-4BD2-BA3C-AE1461FAF88C}" type="pres">
      <dgm:prSet presAssocID="{EF73316A-2EFE-4CEB-9B0A-DFBD9684C15D}" presName="parentLeftMargin" presStyleLbl="node1" presStyleIdx="2" presStyleCnt="5"/>
      <dgm:spPr/>
    </dgm:pt>
    <dgm:pt modelId="{568491D5-645F-47E6-BA27-1A7A94B1E868}" type="pres">
      <dgm:prSet presAssocID="{EF73316A-2EFE-4CEB-9B0A-DFBD9684C1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927AE13-BE31-493D-B875-BF7F1E70627B}" type="pres">
      <dgm:prSet presAssocID="{EF73316A-2EFE-4CEB-9B0A-DFBD9684C15D}" presName="negativeSpace" presStyleCnt="0"/>
      <dgm:spPr/>
    </dgm:pt>
    <dgm:pt modelId="{4667E9D1-B241-4FEB-AFF4-D12ECE109540}" type="pres">
      <dgm:prSet presAssocID="{EF73316A-2EFE-4CEB-9B0A-DFBD9684C15D}" presName="childText" presStyleLbl="conFgAcc1" presStyleIdx="3" presStyleCnt="5">
        <dgm:presLayoutVars>
          <dgm:bulletEnabled val="1"/>
        </dgm:presLayoutVars>
      </dgm:prSet>
      <dgm:spPr>
        <a:ln>
          <a:solidFill>
            <a:srgbClr val="55A5F1"/>
          </a:solidFill>
        </a:ln>
      </dgm:spPr>
    </dgm:pt>
    <dgm:pt modelId="{8F8567DC-18B6-4DC8-B0AA-58572B95EE32}" type="pres">
      <dgm:prSet presAssocID="{12AE065B-4AE9-4A30-88A2-C4F1AFB447F0}" presName="spaceBetweenRectangles" presStyleCnt="0"/>
      <dgm:spPr/>
    </dgm:pt>
    <dgm:pt modelId="{3DECCBE8-9712-4318-ABEB-42402E47ABD4}" type="pres">
      <dgm:prSet presAssocID="{4DCADB25-5FCA-4E84-B925-5985DB26D261}" presName="parentLin" presStyleCnt="0"/>
      <dgm:spPr/>
    </dgm:pt>
    <dgm:pt modelId="{FC10DF63-24BF-45BC-BB28-D33137D31D39}" type="pres">
      <dgm:prSet presAssocID="{4DCADB25-5FCA-4E84-B925-5985DB26D261}" presName="parentLeftMargin" presStyleLbl="node1" presStyleIdx="3" presStyleCnt="5"/>
      <dgm:spPr/>
    </dgm:pt>
    <dgm:pt modelId="{35C30F3F-5F55-4BAF-B701-AD3900D853C1}" type="pres">
      <dgm:prSet presAssocID="{4DCADB25-5FCA-4E84-B925-5985DB26D26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9E113FA-B446-4599-B410-0F40E95D7CA5}" type="pres">
      <dgm:prSet presAssocID="{4DCADB25-5FCA-4E84-B925-5985DB26D261}" presName="negativeSpace" presStyleCnt="0"/>
      <dgm:spPr/>
    </dgm:pt>
    <dgm:pt modelId="{6A00E83D-70F2-4487-B21B-98BE5C94A6EB}" type="pres">
      <dgm:prSet presAssocID="{4DCADB25-5FCA-4E84-B925-5985DB26D261}" presName="childText" presStyleLbl="conFgAcc1" presStyleIdx="4" presStyleCnt="5">
        <dgm:presLayoutVars>
          <dgm:bulletEnabled val="1"/>
        </dgm:presLayoutVars>
      </dgm:prSet>
      <dgm:spPr>
        <a:ln>
          <a:solidFill>
            <a:srgbClr val="55A5F1"/>
          </a:solidFill>
        </a:ln>
      </dgm:spPr>
    </dgm:pt>
  </dgm:ptLst>
  <dgm:cxnLst>
    <dgm:cxn modelId="{C4F74B04-7334-4A68-B59B-D2639257A2D8}" type="presOf" srcId="{EF73316A-2EFE-4CEB-9B0A-DFBD9684C15D}" destId="{C72058D9-41EC-4BD2-BA3C-AE1461FAF88C}" srcOrd="0" destOrd="0" presId="urn:microsoft.com/office/officeart/2005/8/layout/list1"/>
    <dgm:cxn modelId="{C57D141D-0A81-4EAB-BEBB-12A24B0CDEDD}" srcId="{1EEA17E4-38A3-4369-A1D2-4AA754D3B742}" destId="{47162612-0D06-4C0A-8860-B026957BB403}" srcOrd="2" destOrd="0" parTransId="{A899BB9E-B40F-4F56-A302-3757C3D43487}" sibTransId="{1D84BFB7-5768-4BA8-A9AE-2805D954DD5B}"/>
    <dgm:cxn modelId="{DBBA1023-4CC3-485C-B1B2-153964416FDD}" type="presOf" srcId="{EF73316A-2EFE-4CEB-9B0A-DFBD9684C15D}" destId="{568491D5-645F-47E6-BA27-1A7A94B1E868}" srcOrd="1" destOrd="0" presId="urn:microsoft.com/office/officeart/2005/8/layout/list1"/>
    <dgm:cxn modelId="{CE3E7029-3C9C-42E7-A7AE-CC472F704406}" srcId="{1EEA17E4-38A3-4369-A1D2-4AA754D3B742}" destId="{05742911-5EB4-47A4-8BF1-94E330A71951}" srcOrd="0" destOrd="0" parTransId="{6C1C20B0-F81C-4087-A1F3-DAF5F6737607}" sibTransId="{ACD38942-05AB-4E7A-9901-7B6DEC86E11F}"/>
    <dgm:cxn modelId="{B6948938-2CF8-4DDB-B828-54D941EC485B}" srcId="{1EEA17E4-38A3-4369-A1D2-4AA754D3B742}" destId="{EF73316A-2EFE-4CEB-9B0A-DFBD9684C15D}" srcOrd="3" destOrd="0" parTransId="{804AC22E-BC4A-4058-BA1A-9D76ADD323D8}" sibTransId="{12AE065B-4AE9-4A30-88A2-C4F1AFB447F0}"/>
    <dgm:cxn modelId="{5D660540-EA0B-4B69-B7DA-5624DCDAC9C6}" srcId="{1EEA17E4-38A3-4369-A1D2-4AA754D3B742}" destId="{4DCADB25-5FCA-4E84-B925-5985DB26D261}" srcOrd="4" destOrd="0" parTransId="{94FA86FD-1970-4845-97AB-5005A4E16B32}" sibTransId="{BFA28212-C7BD-46C2-AA29-775A94DCEAFB}"/>
    <dgm:cxn modelId="{97F39B6B-6188-4806-95F7-A660336592BB}" type="presOf" srcId="{1EEA17E4-38A3-4369-A1D2-4AA754D3B742}" destId="{5062C4B4-FD1F-4778-9864-1A83E449BD69}" srcOrd="0" destOrd="0" presId="urn:microsoft.com/office/officeart/2005/8/layout/list1"/>
    <dgm:cxn modelId="{575C8552-8649-4E03-96AF-076AB55E94E1}" srcId="{1EEA17E4-38A3-4369-A1D2-4AA754D3B742}" destId="{0464C3DE-058D-4FE3-BCC7-564C6FEB0534}" srcOrd="1" destOrd="0" parTransId="{979F8E02-5C6B-4FA0-BD0D-49382312D401}" sibTransId="{191D9343-D5DB-473D-9C44-FF545C95DEDE}"/>
    <dgm:cxn modelId="{3A97DC78-35BE-47FA-A8C3-4A0CD2D4DCCE}" type="presOf" srcId="{05742911-5EB4-47A4-8BF1-94E330A71951}" destId="{4A51E175-8DC6-4D11-90BF-4296CDADFCA6}" srcOrd="0" destOrd="0" presId="urn:microsoft.com/office/officeart/2005/8/layout/list1"/>
    <dgm:cxn modelId="{C72C427B-D84B-4470-9575-5418D10B07FC}" type="presOf" srcId="{4DCADB25-5FCA-4E84-B925-5985DB26D261}" destId="{FC10DF63-24BF-45BC-BB28-D33137D31D39}" srcOrd="0" destOrd="0" presId="urn:microsoft.com/office/officeart/2005/8/layout/list1"/>
    <dgm:cxn modelId="{56CFFB83-195A-44D5-B84F-EC2174486946}" type="presOf" srcId="{0464C3DE-058D-4FE3-BCC7-564C6FEB0534}" destId="{70160A4A-76A9-4E22-B048-33F1A79FF441}" srcOrd="1" destOrd="0" presId="urn:microsoft.com/office/officeart/2005/8/layout/list1"/>
    <dgm:cxn modelId="{0AC9A29D-415C-491B-850A-C3FD4D8B75DF}" type="presOf" srcId="{4DCADB25-5FCA-4E84-B925-5985DB26D261}" destId="{35C30F3F-5F55-4BAF-B701-AD3900D853C1}" srcOrd="1" destOrd="0" presId="urn:microsoft.com/office/officeart/2005/8/layout/list1"/>
    <dgm:cxn modelId="{D765C2C0-A77C-4355-8C24-2C171FC56F7A}" type="presOf" srcId="{0464C3DE-058D-4FE3-BCC7-564C6FEB0534}" destId="{7CCACFEE-DC8E-428A-8A60-5EF29B54BE52}" srcOrd="0" destOrd="0" presId="urn:microsoft.com/office/officeart/2005/8/layout/list1"/>
    <dgm:cxn modelId="{6C729FDD-2712-49E7-9672-ADCD35F94097}" type="presOf" srcId="{05742911-5EB4-47A4-8BF1-94E330A71951}" destId="{F1D6441C-0636-4055-9033-50FC3E9B0B2C}" srcOrd="1" destOrd="0" presId="urn:microsoft.com/office/officeart/2005/8/layout/list1"/>
    <dgm:cxn modelId="{4B0201E3-2242-4CC5-9C4A-C4EC027489F0}" type="presOf" srcId="{47162612-0D06-4C0A-8860-B026957BB403}" destId="{05E05CF8-D180-407E-ABF7-296D2EA86185}" srcOrd="0" destOrd="0" presId="urn:microsoft.com/office/officeart/2005/8/layout/list1"/>
    <dgm:cxn modelId="{03B205F9-44BA-4C86-94F3-EF131DC82909}" type="presOf" srcId="{47162612-0D06-4C0A-8860-B026957BB403}" destId="{9E94B0D6-73CF-4E0F-9CF5-C02C9B554A87}" srcOrd="1" destOrd="0" presId="urn:microsoft.com/office/officeart/2005/8/layout/list1"/>
    <dgm:cxn modelId="{8FA66E37-102B-4436-A9F0-6AF96732C1B7}" type="presParOf" srcId="{5062C4B4-FD1F-4778-9864-1A83E449BD69}" destId="{FFEA3F8F-1778-40B1-AF43-07D4EA2139C8}" srcOrd="0" destOrd="0" presId="urn:microsoft.com/office/officeart/2005/8/layout/list1"/>
    <dgm:cxn modelId="{C4904BAF-05CB-471E-B473-3235A66479F6}" type="presParOf" srcId="{FFEA3F8F-1778-40B1-AF43-07D4EA2139C8}" destId="{4A51E175-8DC6-4D11-90BF-4296CDADFCA6}" srcOrd="0" destOrd="0" presId="urn:microsoft.com/office/officeart/2005/8/layout/list1"/>
    <dgm:cxn modelId="{37C85321-72FC-485C-A90C-81A19D0669EA}" type="presParOf" srcId="{FFEA3F8F-1778-40B1-AF43-07D4EA2139C8}" destId="{F1D6441C-0636-4055-9033-50FC3E9B0B2C}" srcOrd="1" destOrd="0" presId="urn:microsoft.com/office/officeart/2005/8/layout/list1"/>
    <dgm:cxn modelId="{B493F6A4-02AE-4212-B9B3-37BBBB2A559C}" type="presParOf" srcId="{5062C4B4-FD1F-4778-9864-1A83E449BD69}" destId="{F29C1025-49EF-41D8-8C26-B1663823F18C}" srcOrd="1" destOrd="0" presId="urn:microsoft.com/office/officeart/2005/8/layout/list1"/>
    <dgm:cxn modelId="{B09D088C-8364-4CB8-9DBF-3EFEE79E6E62}" type="presParOf" srcId="{5062C4B4-FD1F-4778-9864-1A83E449BD69}" destId="{9618C7DB-2D38-47FA-9BE4-881D3D401C3E}" srcOrd="2" destOrd="0" presId="urn:microsoft.com/office/officeart/2005/8/layout/list1"/>
    <dgm:cxn modelId="{58FE6FD2-9A02-4EFD-9AFD-BAB7EE7D8D05}" type="presParOf" srcId="{5062C4B4-FD1F-4778-9864-1A83E449BD69}" destId="{DA180791-1D1C-445A-8146-E5EFD41ACFB3}" srcOrd="3" destOrd="0" presId="urn:microsoft.com/office/officeart/2005/8/layout/list1"/>
    <dgm:cxn modelId="{787F27D9-D014-4A59-8D5D-4B875EB02408}" type="presParOf" srcId="{5062C4B4-FD1F-4778-9864-1A83E449BD69}" destId="{069C1086-9E9D-4F7F-918D-D7B1162B04B0}" srcOrd="4" destOrd="0" presId="urn:microsoft.com/office/officeart/2005/8/layout/list1"/>
    <dgm:cxn modelId="{5929E5FC-944E-4502-9915-5DE4359C9C7B}" type="presParOf" srcId="{069C1086-9E9D-4F7F-918D-D7B1162B04B0}" destId="{7CCACFEE-DC8E-428A-8A60-5EF29B54BE52}" srcOrd="0" destOrd="0" presId="urn:microsoft.com/office/officeart/2005/8/layout/list1"/>
    <dgm:cxn modelId="{471569A4-3752-44F5-A81B-516FD169DA71}" type="presParOf" srcId="{069C1086-9E9D-4F7F-918D-D7B1162B04B0}" destId="{70160A4A-76A9-4E22-B048-33F1A79FF441}" srcOrd="1" destOrd="0" presId="urn:microsoft.com/office/officeart/2005/8/layout/list1"/>
    <dgm:cxn modelId="{1DA3E0EA-CC87-40FF-9AB7-5D0EC4DF728B}" type="presParOf" srcId="{5062C4B4-FD1F-4778-9864-1A83E449BD69}" destId="{62A5C71D-CBCF-4D83-A826-1BDA7B7BE3B9}" srcOrd="5" destOrd="0" presId="urn:microsoft.com/office/officeart/2005/8/layout/list1"/>
    <dgm:cxn modelId="{AA78DED1-CA1E-4942-B514-30318E8EA948}" type="presParOf" srcId="{5062C4B4-FD1F-4778-9864-1A83E449BD69}" destId="{F561F6E6-869B-4CB0-8A51-44D0BB65DEB4}" srcOrd="6" destOrd="0" presId="urn:microsoft.com/office/officeart/2005/8/layout/list1"/>
    <dgm:cxn modelId="{9C4C6DFA-2B77-4AB1-87FF-174EAA65E80D}" type="presParOf" srcId="{5062C4B4-FD1F-4778-9864-1A83E449BD69}" destId="{25BB8D85-D95F-4C56-92F8-B67AB15CD79A}" srcOrd="7" destOrd="0" presId="urn:microsoft.com/office/officeart/2005/8/layout/list1"/>
    <dgm:cxn modelId="{480B661B-010C-4FDE-9C24-F52ADAA77890}" type="presParOf" srcId="{5062C4B4-FD1F-4778-9864-1A83E449BD69}" destId="{3EEEF96A-820D-48F1-8E1A-DFA9D369DD7A}" srcOrd="8" destOrd="0" presId="urn:microsoft.com/office/officeart/2005/8/layout/list1"/>
    <dgm:cxn modelId="{D1C2F4D6-507E-424A-B5F0-DCE1BB40C9F6}" type="presParOf" srcId="{3EEEF96A-820D-48F1-8E1A-DFA9D369DD7A}" destId="{05E05CF8-D180-407E-ABF7-296D2EA86185}" srcOrd="0" destOrd="0" presId="urn:microsoft.com/office/officeart/2005/8/layout/list1"/>
    <dgm:cxn modelId="{F9ABBFA0-BC92-4187-9696-E80DAB7697AF}" type="presParOf" srcId="{3EEEF96A-820D-48F1-8E1A-DFA9D369DD7A}" destId="{9E94B0D6-73CF-4E0F-9CF5-C02C9B554A87}" srcOrd="1" destOrd="0" presId="urn:microsoft.com/office/officeart/2005/8/layout/list1"/>
    <dgm:cxn modelId="{21CDA71E-B6C7-4C5B-9D4E-3CFF2C0865D6}" type="presParOf" srcId="{5062C4B4-FD1F-4778-9864-1A83E449BD69}" destId="{A26DA470-804A-40D8-8A24-867AEDB3C28C}" srcOrd="9" destOrd="0" presId="urn:microsoft.com/office/officeart/2005/8/layout/list1"/>
    <dgm:cxn modelId="{7EFFB796-C251-456A-8B0B-8D21ADECA138}" type="presParOf" srcId="{5062C4B4-FD1F-4778-9864-1A83E449BD69}" destId="{C1F6C062-7090-4E04-8D1C-6A0AEDE622F7}" srcOrd="10" destOrd="0" presId="urn:microsoft.com/office/officeart/2005/8/layout/list1"/>
    <dgm:cxn modelId="{128A0478-9AAD-44AF-B165-9C7D9269FBD8}" type="presParOf" srcId="{5062C4B4-FD1F-4778-9864-1A83E449BD69}" destId="{D825B153-4955-4FBB-8BCE-435F6CB967EE}" srcOrd="11" destOrd="0" presId="urn:microsoft.com/office/officeart/2005/8/layout/list1"/>
    <dgm:cxn modelId="{A999E630-68C2-4252-BF7C-5869898B8116}" type="presParOf" srcId="{5062C4B4-FD1F-4778-9864-1A83E449BD69}" destId="{556CE82A-8E36-4AF8-B7B1-F6ABC458ED48}" srcOrd="12" destOrd="0" presId="urn:microsoft.com/office/officeart/2005/8/layout/list1"/>
    <dgm:cxn modelId="{83489FD3-EB3B-4101-A02A-0093EDF9BB0C}" type="presParOf" srcId="{556CE82A-8E36-4AF8-B7B1-F6ABC458ED48}" destId="{C72058D9-41EC-4BD2-BA3C-AE1461FAF88C}" srcOrd="0" destOrd="0" presId="urn:microsoft.com/office/officeart/2005/8/layout/list1"/>
    <dgm:cxn modelId="{2EB03D20-8CA3-4566-BD50-74DD3F6692CB}" type="presParOf" srcId="{556CE82A-8E36-4AF8-B7B1-F6ABC458ED48}" destId="{568491D5-645F-47E6-BA27-1A7A94B1E868}" srcOrd="1" destOrd="0" presId="urn:microsoft.com/office/officeart/2005/8/layout/list1"/>
    <dgm:cxn modelId="{FA9DD289-2935-4C99-9461-5078997D5606}" type="presParOf" srcId="{5062C4B4-FD1F-4778-9864-1A83E449BD69}" destId="{1927AE13-BE31-493D-B875-BF7F1E70627B}" srcOrd="13" destOrd="0" presId="urn:microsoft.com/office/officeart/2005/8/layout/list1"/>
    <dgm:cxn modelId="{491FC9A0-5491-47B0-B7E5-15D0F1DC12CD}" type="presParOf" srcId="{5062C4B4-FD1F-4778-9864-1A83E449BD69}" destId="{4667E9D1-B241-4FEB-AFF4-D12ECE109540}" srcOrd="14" destOrd="0" presId="urn:microsoft.com/office/officeart/2005/8/layout/list1"/>
    <dgm:cxn modelId="{50AE872B-D6CF-4EF6-AC8D-A2A0E6B5144F}" type="presParOf" srcId="{5062C4B4-FD1F-4778-9864-1A83E449BD69}" destId="{8F8567DC-18B6-4DC8-B0AA-58572B95EE32}" srcOrd="15" destOrd="0" presId="urn:microsoft.com/office/officeart/2005/8/layout/list1"/>
    <dgm:cxn modelId="{A44DB3EF-53F4-43C5-B011-95C2CDA03D96}" type="presParOf" srcId="{5062C4B4-FD1F-4778-9864-1A83E449BD69}" destId="{3DECCBE8-9712-4318-ABEB-42402E47ABD4}" srcOrd="16" destOrd="0" presId="urn:microsoft.com/office/officeart/2005/8/layout/list1"/>
    <dgm:cxn modelId="{E565F5B7-8031-4BFD-B8BF-9A28C9FD0768}" type="presParOf" srcId="{3DECCBE8-9712-4318-ABEB-42402E47ABD4}" destId="{FC10DF63-24BF-45BC-BB28-D33137D31D39}" srcOrd="0" destOrd="0" presId="urn:microsoft.com/office/officeart/2005/8/layout/list1"/>
    <dgm:cxn modelId="{02073175-794C-45AA-8FEB-96BF825A6756}" type="presParOf" srcId="{3DECCBE8-9712-4318-ABEB-42402E47ABD4}" destId="{35C30F3F-5F55-4BAF-B701-AD3900D853C1}" srcOrd="1" destOrd="0" presId="urn:microsoft.com/office/officeart/2005/8/layout/list1"/>
    <dgm:cxn modelId="{CFA3B193-E406-4C1C-84C9-69924CA0804D}" type="presParOf" srcId="{5062C4B4-FD1F-4778-9864-1A83E449BD69}" destId="{D9E113FA-B446-4599-B410-0F40E95D7CA5}" srcOrd="17" destOrd="0" presId="urn:microsoft.com/office/officeart/2005/8/layout/list1"/>
    <dgm:cxn modelId="{520E30DE-5973-4861-A7C2-E12F44B8302B}" type="presParOf" srcId="{5062C4B4-FD1F-4778-9864-1A83E449BD69}" destId="{6A00E83D-70F2-4487-B21B-98BE5C94A6EB}" srcOrd="18" destOrd="0" presId="urn:microsoft.com/office/officeart/2005/8/layout/list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8C7DB-2D38-47FA-9BE4-881D3D401C3E}">
      <dsp:nvSpPr>
        <dsp:cNvPr id="0" name=""/>
        <dsp:cNvSpPr/>
      </dsp:nvSpPr>
      <dsp:spPr>
        <a:xfrm>
          <a:off x="0" y="35280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5A5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6441C-0636-4055-9033-50FC3E9B0B2C}">
      <dsp:nvSpPr>
        <dsp:cNvPr id="0" name=""/>
        <dsp:cNvSpPr/>
      </dsp:nvSpPr>
      <dsp:spPr>
        <a:xfrm>
          <a:off x="525780" y="72369"/>
          <a:ext cx="7360920" cy="560880"/>
        </a:xfrm>
        <a:prstGeom prst="roundRect">
          <a:avLst/>
        </a:prstGeom>
        <a:solidFill>
          <a:srgbClr val="55A5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Accès basic et sécurisé à l’eau potable</a:t>
          </a:r>
        </a:p>
      </dsp:txBody>
      <dsp:txXfrm>
        <a:off x="553160" y="99749"/>
        <a:ext cx="7306160" cy="506120"/>
      </dsp:txXfrm>
    </dsp:sp>
    <dsp:sp modelId="{F561F6E6-869B-4CB0-8A51-44D0BB65DEB4}">
      <dsp:nvSpPr>
        <dsp:cNvPr id="0" name=""/>
        <dsp:cNvSpPr/>
      </dsp:nvSpPr>
      <dsp:spPr>
        <a:xfrm>
          <a:off x="0" y="121464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5A5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60A4A-76A9-4E22-B048-33F1A79FF441}">
      <dsp:nvSpPr>
        <dsp:cNvPr id="0" name=""/>
        <dsp:cNvSpPr/>
      </dsp:nvSpPr>
      <dsp:spPr>
        <a:xfrm>
          <a:off x="525780" y="934209"/>
          <a:ext cx="7360920" cy="560880"/>
        </a:xfrm>
        <a:prstGeom prst="roundRect">
          <a:avLst/>
        </a:prstGeom>
        <a:solidFill>
          <a:srgbClr val="55A5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Taux de mortalité lié à l’eau insalubre</a:t>
          </a:r>
        </a:p>
      </dsp:txBody>
      <dsp:txXfrm>
        <a:off x="553160" y="961589"/>
        <a:ext cx="7306160" cy="506120"/>
      </dsp:txXfrm>
    </dsp:sp>
    <dsp:sp modelId="{C1F6C062-7090-4E04-8D1C-6A0AEDE622F7}">
      <dsp:nvSpPr>
        <dsp:cNvPr id="0" name=""/>
        <dsp:cNvSpPr/>
      </dsp:nvSpPr>
      <dsp:spPr>
        <a:xfrm>
          <a:off x="0" y="207648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5A5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4B0D6-73CF-4E0F-9CF5-C02C9B554A87}">
      <dsp:nvSpPr>
        <dsp:cNvPr id="0" name=""/>
        <dsp:cNvSpPr/>
      </dsp:nvSpPr>
      <dsp:spPr>
        <a:xfrm>
          <a:off x="525780" y="1796049"/>
          <a:ext cx="7360920" cy="560880"/>
        </a:xfrm>
        <a:prstGeom prst="roundRect">
          <a:avLst/>
        </a:prstGeom>
        <a:solidFill>
          <a:srgbClr val="55A5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Stabilité politique</a:t>
          </a:r>
        </a:p>
      </dsp:txBody>
      <dsp:txXfrm>
        <a:off x="553160" y="1823429"/>
        <a:ext cx="7306160" cy="506120"/>
      </dsp:txXfrm>
    </dsp:sp>
    <dsp:sp modelId="{4667E9D1-B241-4FEB-AFF4-D12ECE109540}">
      <dsp:nvSpPr>
        <dsp:cNvPr id="0" name=""/>
        <dsp:cNvSpPr/>
      </dsp:nvSpPr>
      <dsp:spPr>
        <a:xfrm>
          <a:off x="0" y="293832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5A5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491D5-645F-47E6-BA27-1A7A94B1E868}">
      <dsp:nvSpPr>
        <dsp:cNvPr id="0" name=""/>
        <dsp:cNvSpPr/>
      </dsp:nvSpPr>
      <dsp:spPr>
        <a:xfrm>
          <a:off x="525780" y="2657889"/>
          <a:ext cx="7360920" cy="560880"/>
        </a:xfrm>
        <a:prstGeom prst="roundRect">
          <a:avLst/>
        </a:prstGeom>
        <a:solidFill>
          <a:srgbClr val="55A5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Population</a:t>
          </a:r>
        </a:p>
      </dsp:txBody>
      <dsp:txXfrm>
        <a:off x="553160" y="2685269"/>
        <a:ext cx="7306160" cy="506120"/>
      </dsp:txXfrm>
    </dsp:sp>
    <dsp:sp modelId="{6A00E83D-70F2-4487-B21B-98BE5C94A6EB}">
      <dsp:nvSpPr>
        <dsp:cNvPr id="0" name=""/>
        <dsp:cNvSpPr/>
      </dsp:nvSpPr>
      <dsp:spPr>
        <a:xfrm>
          <a:off x="0" y="380016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5A5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30F3F-5F55-4BAF-B701-AD3900D853C1}">
      <dsp:nvSpPr>
        <dsp:cNvPr id="0" name=""/>
        <dsp:cNvSpPr/>
      </dsp:nvSpPr>
      <dsp:spPr>
        <a:xfrm>
          <a:off x="525780" y="3519729"/>
          <a:ext cx="7360920" cy="560880"/>
        </a:xfrm>
        <a:prstGeom prst="roundRect">
          <a:avLst/>
        </a:prstGeom>
        <a:solidFill>
          <a:srgbClr val="55A5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Données géographiques</a:t>
          </a:r>
          <a:endParaRPr lang="fr-FR" sz="1900" kern="1200" dirty="0"/>
        </a:p>
      </dsp:txBody>
      <dsp:txXfrm>
        <a:off x="553160" y="3547109"/>
        <a:ext cx="730616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DF47A-BD6E-4FE1-BAD8-41C6E8480CEC}" type="datetimeFigureOut">
              <a:rPr lang="fr-FR" smtClean="0"/>
              <a:t>11/01/2026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E28E7-7569-47E8-BBD1-530FC11CD5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40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E28E7-7569-47E8-BBD1-530FC11CD5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87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01A76-861C-20C8-91C4-8F6712307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2CE480-B052-423E-0D59-0DFB66032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1EED22-0F03-905E-3DA5-86222683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DF6F-40D5-411E-A5DF-449618D2BF4A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698AB-0080-D224-0502-73CA4C57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6547CD-FFDB-3682-5F9B-C49F1911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37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ED111-9212-D390-92F1-CE9533FA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3CF15-E98D-5A16-A469-838FB19C1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FFA642-08C3-C20B-E9B0-39AF05A0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B1EF2-5296-46EA-B4AE-41F5AD920E0D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C0D79D-B34D-7B6C-5F69-5F541480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C29013-E0EA-D661-8F3C-70D335F3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5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64BEE-9560-4E6E-C1B2-E32B37BF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F65F42-1361-329E-B743-46EB36234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31F67-313C-214D-3B6C-B6E770B5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0338A-BA00-485E-BA3A-0360440DED59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F2120F-9CA6-49BD-1113-29E19E12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DD61C9-D563-7910-A267-4C0FA318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36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B8B6D-F856-F2C6-C773-33FF7469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935E36-9701-B407-2D3D-A0BD2C6D0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CA6BE5-30DC-D761-6CC9-0E99B0F26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4002CD-04F1-B932-5EB5-D0ACB5C0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F610-997D-4CD8-B2A5-807FA85EBA59}" type="datetime1">
              <a:rPr lang="fr-FR" smtClean="0"/>
              <a:t>11/01/2026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272204-4F82-E98A-F750-00302639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249135-86FD-4A39-C09A-DEBE0614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01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0CD4F-8646-85E5-FC41-334E6168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4798B5-7B57-A70E-6321-803320CAF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B7AF34-5396-DDB4-107E-FC0FA128D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4F4045-648E-7009-7C64-DB8ECFAA7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F46F03-ADD3-B7C0-5166-13218FFBC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136C4F8-7668-36F8-E6C6-84D8847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4E-02E6-4A9F-BBFC-931A4D244EDF}" type="datetime1">
              <a:rPr lang="fr-FR" smtClean="0"/>
              <a:t>11/01/2026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85FAB82-F31D-3A5A-E431-830F5ECA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A2541A-9BE2-672F-E994-F5262A8A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80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DD296-47D6-3E94-E1A2-DC67512D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F3C6D1E-2479-CD50-9884-F38E9819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90ACF-748C-4208-BC10-92AF4087A14A}" type="datetime1">
              <a:rPr lang="fr-FR" smtClean="0"/>
              <a:t>11/01/2026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666E4E-AD89-0FF6-E849-F5ABCE4E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58C0B0-BF4C-A78A-269C-25260BA7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9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80B131-483D-418E-9719-2B9DB236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67BF-D335-4A6D-A922-6DC4F238BFD3}" type="datetime1">
              <a:rPr lang="fr-FR" smtClean="0"/>
              <a:t>11/01/2026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83370FE-F8F2-2D1B-E9D5-E526B830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189542-B48A-8F21-C254-B4EB44A2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81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A0283-2E75-760E-ACA6-19F22CEE2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128517-60BC-6D11-8156-F0B3E6E39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E35B67-5E6B-6292-B929-CFF2435AB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2885C2-A246-3E53-D90A-5C8C505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DEEC9-EAF3-49D8-84DA-0172790C6CE6}" type="datetime1">
              <a:rPr lang="fr-FR" smtClean="0"/>
              <a:t>11/01/2026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CA5C42-696F-B597-93DA-0C5EAC6A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F375CF-62F9-737E-15B7-3E3B0BBF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9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F902F-1A70-AEBD-2CC3-4B1F8349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08B7C9-EE8A-3D38-9337-17F36BB35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33FD0E-5DE7-9C01-C8DC-2BBA93CAA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B970FD-B8F9-7EB3-B2FA-84410D64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096B-66D1-4CA7-9EE7-17D3FFEAF52E}" type="datetime1">
              <a:rPr lang="fr-FR" smtClean="0"/>
              <a:t>11/01/2026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47292-4AC8-3574-8E2F-D2B1095B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B70D7F-D679-C23D-2420-905411CD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88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C8522-B07F-52A7-AA77-C6DB09C1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DE2C64-799F-12A8-2BE3-AFEBD2F7E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C2CAC-79C1-0DC1-5C38-D069CA9A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50CD-9C3E-4CE1-BC2D-6DA53CFD5D95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929CB8-C090-CB81-6099-3D3A6ECB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0B0C48-6727-A4BE-CDAE-07C6DCD5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687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3DCB1F-DFBC-D78F-6CB9-9ACCBD14F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35F98E-C8B2-776E-AB95-67B105AFF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AD6C99-6B49-5634-5AC3-3B07116D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2106-02BE-4F53-AA19-8A6ADD9FD468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FF8D0B-C10F-D774-94E6-5427D649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B6CD89-4B9F-92DF-9E02-2F5927AA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1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DF2A59-A3FF-BB31-5A20-177F65E2A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401B8A-1CC4-BB2A-2520-C88BD2E19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CC0C0-BC70-A52E-DC55-BE3DFBDA9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B029A-A2ED-4F91-BB78-D390C007BED2}" type="datetime1">
              <a:rPr lang="fr-FR" smtClean="0"/>
              <a:t>11/01/2026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97BB49-3062-E3BB-3E65-56B35C37D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E1C4E2-36BF-50CD-3C22-A98BAAAA1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1E758-04B5-43F3-BD47-5B22BD9D4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69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wallusy-7300500/?utm_source=link-attribution&amp;utm_medium=referral&amp;utm_campaign=image&amp;utm_content=624904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fr/?utm_source=link-attribution&amp;utm_medium=referral&amp;utm_campaign=image&amp;utm_content=6249047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clker-free-vector-images-3736/?utm_source=link-attribution&amp;utm_medium=referral&amp;utm_campaign=image&amp;utm_content=29545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fr/?utm_source=link-attribution&amp;utm_medium=referral&amp;utm_campaign=image&amp;utm_content=295457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49E5E-0FE2-2302-B941-090C75CC0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ÉTUDE SUR L’EAU POTABLE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4E446A-4534-F565-7951-9AF8556E3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Sophie KIM</a:t>
            </a:r>
          </a:p>
          <a:p>
            <a:r>
              <a:rPr lang="fr-FR" dirty="0">
                <a:solidFill>
                  <a:schemeClr val="bg1"/>
                </a:solidFill>
              </a:rPr>
              <a:t>Data </a:t>
            </a:r>
            <a:r>
              <a:rPr lang="fr-FR" dirty="0" err="1">
                <a:solidFill>
                  <a:schemeClr val="bg1"/>
                </a:solidFill>
              </a:rPr>
              <a:t>Analyst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8" name="Image 7" descr="Une image contenant logo, Police, Bleu électrique, Graphique&#10;&#10;Le contenu généré par l’IA peut être incorrect.">
            <a:extLst>
              <a:ext uri="{FF2B5EF4-FFF2-40B4-BE49-F238E27FC236}">
                <a16:creationId xmlns:a16="http://schemas.microsoft.com/office/drawing/2014/main" id="{7AC7D758-5FD3-052F-18FC-BC428221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382" y="457200"/>
            <a:ext cx="3035235" cy="1930057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1B377D-AF37-B061-CF8B-5B17F1E8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661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400B0-DA3D-626E-624C-68366825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E4DD5E-57BD-535A-CE13-CC585197A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1825625"/>
            <a:ext cx="1107338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3 domaines d’expertise: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la création de services d’accès à l’eau potable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la modernisation des services d’accès à l’eau déjà existants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le consulting auprès d’administrations, de gouvernements à propos des politiques d’accès à l’eau</a:t>
            </a:r>
          </a:p>
          <a:p>
            <a:pPr marL="0" indent="0">
              <a:lnSpc>
                <a:spcPct val="100000"/>
              </a:lnSpc>
              <a:buNone/>
            </a:pPr>
            <a:endParaRPr lang="fr-FR" sz="1800" dirty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Objectifs du tableau de bord interactif: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identifier les pays qui rencontrent des difficultés d’accès à l’eau potable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identifier ceux pour lesquels concentrer nos efforts</a:t>
            </a:r>
          </a:p>
          <a:p>
            <a:pPr marL="0" indent="0">
              <a:lnSpc>
                <a:spcPct val="100000"/>
              </a:lnSpc>
              <a:buNone/>
            </a:pPr>
            <a:endParaRPr lang="fr-FR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CC8F94-79D7-6526-CD98-29B84011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60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3DF82-5644-8DB7-40FC-28B8D775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LA QUALITÉ DES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C0CAF0B-28BB-52AC-D744-E533BB904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1069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9E9660-6245-C499-1CC4-70EBF44F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40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302164-364C-E5B2-F377-4164F7A1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55981"/>
            <a:ext cx="10826496" cy="1325563"/>
          </a:xfrm>
        </p:spPr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L’AMÉLIORATION DE LA QUALITÉ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1CBCCF3-40DA-901A-DEE2-14E3B843E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643749"/>
              </p:ext>
            </p:extLst>
          </p:nvPr>
        </p:nvGraphicFramePr>
        <p:xfrm>
          <a:off x="348343" y="1690688"/>
          <a:ext cx="5485529" cy="193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01C87D21-1DD0-1B90-EB43-4DC972007E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5894214"/>
              </p:ext>
            </p:extLst>
          </p:nvPr>
        </p:nvGraphicFramePr>
        <p:xfrm>
          <a:off x="7424930" y="1690689"/>
          <a:ext cx="3689384" cy="1934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5A8FEF9B-7A01-70AB-5536-E864A07FC402}"/>
              </a:ext>
            </a:extLst>
          </p:cNvPr>
          <p:cNvSpPr/>
          <p:nvPr/>
        </p:nvSpPr>
        <p:spPr>
          <a:xfrm>
            <a:off x="5833872" y="2526394"/>
            <a:ext cx="1591058" cy="4898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64D37DCE-768C-D19D-B379-DB302A77B7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926121"/>
              </p:ext>
            </p:extLst>
          </p:nvPr>
        </p:nvGraphicFramePr>
        <p:xfrm>
          <a:off x="2209801" y="4186237"/>
          <a:ext cx="3624072" cy="193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9D34B14A-B54C-C7FD-844D-9903CD82DF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9877762"/>
              </p:ext>
            </p:extLst>
          </p:nvPr>
        </p:nvGraphicFramePr>
        <p:xfrm>
          <a:off x="7622235" y="4186237"/>
          <a:ext cx="3689384" cy="1934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AA19773C-42F5-5DDE-9497-93AAF8A25E1E}"/>
              </a:ext>
            </a:extLst>
          </p:cNvPr>
          <p:cNvSpPr/>
          <p:nvPr/>
        </p:nvSpPr>
        <p:spPr>
          <a:xfrm>
            <a:off x="5932525" y="5153310"/>
            <a:ext cx="1591058" cy="4898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61B49DC-3B95-73D8-9D0E-2D6E00CDEE50}"/>
              </a:ext>
            </a:extLst>
          </p:cNvPr>
          <p:cNvSpPr txBox="1"/>
          <p:nvPr/>
        </p:nvSpPr>
        <p:spPr>
          <a:xfrm>
            <a:off x="5631704" y="1445863"/>
            <a:ext cx="199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Accès basic à l’eau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14CCE05-25A8-018D-04F8-842418D04D8F}"/>
              </a:ext>
            </a:extLst>
          </p:cNvPr>
          <p:cNvSpPr txBox="1"/>
          <p:nvPr/>
        </p:nvSpPr>
        <p:spPr>
          <a:xfrm>
            <a:off x="5420549" y="4175394"/>
            <a:ext cx="241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Accès sécurisé à l’eau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AC68969-A60A-151A-8091-2C5625BEC0F1}"/>
              </a:ext>
            </a:extLst>
          </p:cNvPr>
          <p:cNvSpPr txBox="1"/>
          <p:nvPr/>
        </p:nvSpPr>
        <p:spPr>
          <a:xfrm>
            <a:off x="3570515" y="6389914"/>
            <a:ext cx="925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AVANT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582EECE-D145-7135-F04F-AFA26FC1CA5B}"/>
              </a:ext>
            </a:extLst>
          </p:cNvPr>
          <p:cNvSpPr txBox="1"/>
          <p:nvPr/>
        </p:nvSpPr>
        <p:spPr>
          <a:xfrm>
            <a:off x="9004284" y="6395905"/>
            <a:ext cx="925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APRÈS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3EC7E24-0A48-1313-DD7A-C671B68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06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482A0-BE36-881F-A754-C36F79B4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 EXTRAIT DU BLUEPRINT</a:t>
            </a: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1C45F3DF-15BA-7372-C049-08F727906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829" y="1521143"/>
            <a:ext cx="8598342" cy="2425825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8385CAD-E093-A99D-3CE0-91D97C2D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5</a:t>
            </a:fld>
            <a:endParaRPr lang="fr-FR"/>
          </a:p>
        </p:txBody>
      </p:sp>
      <p:pic>
        <p:nvPicPr>
          <p:cNvPr id="8" name="Image 7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03272B65-DA8D-BD0B-F36A-27E3B477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85"/>
          <a:stretch>
            <a:fillRect/>
          </a:stretch>
        </p:blipFill>
        <p:spPr>
          <a:xfrm>
            <a:off x="1796829" y="3978966"/>
            <a:ext cx="8598341" cy="28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9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0FE1D-3F0F-BB1C-AB2F-875A2BC9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 MOCKUP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CFF3CF-4873-C254-FDCB-C933D9AA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A30F4-1303-467C-8AC0-A4B180324417}"/>
              </a:ext>
            </a:extLst>
          </p:cNvPr>
          <p:cNvSpPr/>
          <p:nvPr/>
        </p:nvSpPr>
        <p:spPr>
          <a:xfrm>
            <a:off x="943356" y="1690688"/>
            <a:ext cx="10305288" cy="466566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D96A2-72EB-6A6B-B69F-4540D3E58932}"/>
              </a:ext>
            </a:extLst>
          </p:cNvPr>
          <p:cNvSpPr/>
          <p:nvPr/>
        </p:nvSpPr>
        <p:spPr>
          <a:xfrm>
            <a:off x="4692396" y="1883664"/>
            <a:ext cx="2807208" cy="4572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182D7A1-D2EC-2C8B-A6AE-6130C8D7064A}"/>
              </a:ext>
            </a:extLst>
          </p:cNvPr>
          <p:cNvCxnSpPr/>
          <p:nvPr/>
        </p:nvCxnSpPr>
        <p:spPr>
          <a:xfrm>
            <a:off x="5605272" y="1883664"/>
            <a:ext cx="0" cy="4572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ECE83FA-2AA4-FBC2-F3E6-4BA3B598ACF4}"/>
              </a:ext>
            </a:extLst>
          </p:cNvPr>
          <p:cNvCxnSpPr/>
          <p:nvPr/>
        </p:nvCxnSpPr>
        <p:spPr>
          <a:xfrm>
            <a:off x="6534912" y="1883664"/>
            <a:ext cx="0" cy="4572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89D983F5-E9A2-44FE-0CB8-A2414D19B1B0}"/>
              </a:ext>
            </a:extLst>
          </p:cNvPr>
          <p:cNvSpPr txBox="1"/>
          <p:nvPr/>
        </p:nvSpPr>
        <p:spPr>
          <a:xfrm>
            <a:off x="5017771" y="1987034"/>
            <a:ext cx="38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D598C2E-BC8A-35FF-6681-DFB592358B30}"/>
              </a:ext>
            </a:extLst>
          </p:cNvPr>
          <p:cNvSpPr txBox="1"/>
          <p:nvPr/>
        </p:nvSpPr>
        <p:spPr>
          <a:xfrm>
            <a:off x="5930647" y="1979283"/>
            <a:ext cx="38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C780141-65CA-AE8A-0A8A-911779E49375}"/>
              </a:ext>
            </a:extLst>
          </p:cNvPr>
          <p:cNvSpPr txBox="1"/>
          <p:nvPr/>
        </p:nvSpPr>
        <p:spPr>
          <a:xfrm>
            <a:off x="6860286" y="1969429"/>
            <a:ext cx="38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B7011D-A0A7-94CA-A018-B6D4898FDB67}"/>
              </a:ext>
            </a:extLst>
          </p:cNvPr>
          <p:cNvSpPr/>
          <p:nvPr/>
        </p:nvSpPr>
        <p:spPr>
          <a:xfrm>
            <a:off x="1225296" y="2505456"/>
            <a:ext cx="8211309" cy="6583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E343BD3-546F-DFAB-5B21-717DAF25EEB8}"/>
              </a:ext>
            </a:extLst>
          </p:cNvPr>
          <p:cNvSpPr txBox="1"/>
          <p:nvPr/>
        </p:nvSpPr>
        <p:spPr>
          <a:xfrm>
            <a:off x="1371600" y="2646919"/>
            <a:ext cx="7934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CHIFFRES CLÉS </a:t>
            </a:r>
          </a:p>
          <a:p>
            <a:pPr algn="ctr"/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(Population, Taux de mortalité, Taux de population urbaine, Index de stabilité politique, etc…)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3E4F7-86F6-27FA-0174-A064D3B40E62}"/>
              </a:ext>
            </a:extLst>
          </p:cNvPr>
          <p:cNvSpPr/>
          <p:nvPr/>
        </p:nvSpPr>
        <p:spPr>
          <a:xfrm>
            <a:off x="1225296" y="3337560"/>
            <a:ext cx="8211309" cy="287121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C877388-5D7C-7D9E-513B-CD52EA4D59BB}"/>
              </a:ext>
            </a:extLst>
          </p:cNvPr>
          <p:cNvSpPr txBox="1"/>
          <p:nvPr/>
        </p:nvSpPr>
        <p:spPr>
          <a:xfrm>
            <a:off x="1371601" y="4588502"/>
            <a:ext cx="8065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GRAPHIQUES</a:t>
            </a:r>
          </a:p>
          <a:p>
            <a:pPr algn="ctr"/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(Carte du monde, graphiques à barres, graphiques en courbe, nuage de points, etc…)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C3635-370A-5724-9F46-A4B299C958AE}"/>
              </a:ext>
            </a:extLst>
          </p:cNvPr>
          <p:cNvSpPr/>
          <p:nvPr/>
        </p:nvSpPr>
        <p:spPr>
          <a:xfrm>
            <a:off x="9610344" y="2505456"/>
            <a:ext cx="1536192" cy="220370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68E3457-B380-D757-1370-C82E7A0D1B93}"/>
              </a:ext>
            </a:extLst>
          </p:cNvPr>
          <p:cNvSpPr txBox="1"/>
          <p:nvPr/>
        </p:nvSpPr>
        <p:spPr>
          <a:xfrm>
            <a:off x="9610344" y="3045064"/>
            <a:ext cx="16047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FILTRES</a:t>
            </a:r>
          </a:p>
          <a:p>
            <a:pPr algn="ctr"/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(Année, Région, Pays,  Statut de stabilité politique, etc…)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28C692E-E130-F875-D146-5FCFB56CC6DE}"/>
              </a:ext>
            </a:extLst>
          </p:cNvPr>
          <p:cNvSpPr txBox="1"/>
          <p:nvPr/>
        </p:nvSpPr>
        <p:spPr>
          <a:xfrm>
            <a:off x="5017771" y="1053786"/>
            <a:ext cx="4288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Choix de la vue (Monde, Région, Pays)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58DA4D8-C0CE-444E-AF83-9E614155E191}"/>
              </a:ext>
            </a:extLst>
          </p:cNvPr>
          <p:cNvCxnSpPr>
            <a:endCxn id="6" idx="0"/>
          </p:cNvCxnSpPr>
          <p:nvPr/>
        </p:nvCxnSpPr>
        <p:spPr>
          <a:xfrm flipH="1">
            <a:off x="6096000" y="1361563"/>
            <a:ext cx="332232" cy="52210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21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DF8C3-2863-51F2-A726-F25D8046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F2962-C524-8617-B430-8EB0416F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 CHOIX DE L’OUTIL DE VISUALISATION</a:t>
            </a:r>
          </a:p>
        </p:txBody>
      </p:sp>
      <p:pic>
        <p:nvPicPr>
          <p:cNvPr id="17" name="Image 16" descr="Une image contenant Police, logo, Graphique, texte&#10;&#10;Le contenu généré par l’IA peut être incorrect.">
            <a:extLst>
              <a:ext uri="{FF2B5EF4-FFF2-40B4-BE49-F238E27FC236}">
                <a16:creationId xmlns:a16="http://schemas.microsoft.com/office/drawing/2014/main" id="{35239F5F-8AF1-5FE2-B9A3-69E5A5C9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593" y="2093024"/>
            <a:ext cx="2906814" cy="670807"/>
          </a:xfrm>
          <a:prstGeom prst="rect">
            <a:avLst/>
          </a:prstGeom>
        </p:spPr>
      </p:pic>
      <p:sp>
        <p:nvSpPr>
          <p:cNvPr id="19" name="Espace réservé du contenu 18">
            <a:extLst>
              <a:ext uri="{FF2B5EF4-FFF2-40B4-BE49-F238E27FC236}">
                <a16:creationId xmlns:a16="http://schemas.microsoft.com/office/drawing/2014/main" id="{82024758-2939-7CF4-37A5-A540766D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116" y="3510026"/>
            <a:ext cx="10335768" cy="2261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atouts: 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simple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structuré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beaucoup de fonctionnalités disponibles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- aides en ligne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823B8E3-5B48-2E65-F7D9-241C72A7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87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313ABE7-245B-22FF-8E07-A9AFE64D1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" t="208" r="933" b="-1519"/>
          <a:stretch>
            <a:fillRect/>
          </a:stretch>
        </p:blipFill>
        <p:spPr>
          <a:xfrm>
            <a:off x="0" y="0"/>
            <a:ext cx="12192000" cy="6976872"/>
          </a:xfrm>
          <a:prstGeom prst="rect">
            <a:avLst/>
          </a:prstGeom>
          <a:noFill/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70E73-00FA-9676-58E5-120EE358E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43929"/>
            <a:ext cx="10515600" cy="314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Yvette W</a:t>
            </a:r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3BFE28-E731-D9A8-0FBB-5BFA3F0A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7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7242052-7078-66F1-2507-C82D6AFE2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634" y="0"/>
            <a:ext cx="7908732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5D17DCA-6507-0215-1439-A7310944B861}"/>
              </a:ext>
            </a:extLst>
          </p:cNvPr>
          <p:cNvSpPr txBox="1"/>
          <p:nvPr/>
        </p:nvSpPr>
        <p:spPr>
          <a:xfrm>
            <a:off x="0" y="6581001"/>
            <a:ext cx="8316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https://voyage-cambodge.info/post/geographie-du-cambodge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A409AC-EC2D-5811-2C02-5BFDD89E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91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1572F-140E-EDD9-615B-6E206678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55A5F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MERCI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AB347FF-0852-6CE5-207C-066323D01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414" y="1825625"/>
            <a:ext cx="5439172" cy="4351338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6F3D308-349A-90C1-4FF8-536956DD7FAF}"/>
              </a:ext>
            </a:extLst>
          </p:cNvPr>
          <p:cNvSpPr txBox="1"/>
          <p:nvPr/>
        </p:nvSpPr>
        <p:spPr>
          <a:xfrm>
            <a:off x="0" y="6581001"/>
            <a:ext cx="6263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Clker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-Free-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-Images</a:t>
            </a: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7F6396-CB4B-085A-4662-65D87C2A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75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326BF6D-2FB3-A2E3-0803-3EFE023B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ANNEXE</a:t>
            </a:r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fr-FR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B0458-E939-C12B-B524-39733ECB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79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AF0B8AB-7AD0-FE2A-D795-3F856E8B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ANNEXE : LE BLUEPRINT</a:t>
            </a:r>
          </a:p>
        </p:txBody>
      </p:sp>
      <p:pic>
        <p:nvPicPr>
          <p:cNvPr id="7" name="Image 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5F143FDF-518C-D459-163E-E143DAE27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06" y="1690688"/>
            <a:ext cx="8515788" cy="4153113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ED1695A-A5EA-301D-2DC1-9128FF15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503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EF97DE0-9F26-37C1-C684-DABC20A3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1B6D7EE-6A7E-9C4F-4692-149FC00D5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82" y="0"/>
            <a:ext cx="7184435" cy="4349898"/>
          </a:xfrm>
          <a:prstGeom prst="rect">
            <a:avLst/>
          </a:prstGeom>
        </p:spPr>
      </p:pic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795DBF3-4D87-F23E-E18E-17FFCF7C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82" y="4285890"/>
            <a:ext cx="7196618" cy="22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19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E1C73B-4AA7-55CD-319D-DB4734B2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E758-04B5-43F3-BD47-5B22BD9D4E65}" type="slidenum">
              <a:rPr lang="fr-FR" smtClean="0"/>
              <a:t>14</a:t>
            </a:fld>
            <a:endParaRPr lang="fr-FR"/>
          </a:p>
        </p:txBody>
      </p:sp>
      <p:pic>
        <p:nvPicPr>
          <p:cNvPr id="3" name="Image 2" descr="Une image contenant texte, capture d’écran, reçu, Police&#10;&#10;Le contenu généré par l’IA peut être incorrect.">
            <a:extLst>
              <a:ext uri="{FF2B5EF4-FFF2-40B4-BE49-F238E27FC236}">
                <a16:creationId xmlns:a16="http://schemas.microsoft.com/office/drawing/2014/main" id="{C76E8A96-9EC1-E9D0-BEEE-7E01D87F0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98" y="208222"/>
            <a:ext cx="7608599" cy="2123497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3588643-41D4-3CF4-18B3-608622938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598" y="2331719"/>
            <a:ext cx="7608598" cy="346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173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270</Words>
  <Application>Microsoft Office PowerPoint</Application>
  <PresentationFormat>Grand écran</PresentationFormat>
  <Paragraphs>63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Segoe UI Semilight</vt:lpstr>
      <vt:lpstr>Thème Office</vt:lpstr>
      <vt:lpstr>ÉTUDE SUR L’EAU POTABLE</vt:lpstr>
      <vt:lpstr>LE CONTEXTE</vt:lpstr>
      <vt:lpstr>LA QUALITÉ DES DONNÉES</vt:lpstr>
      <vt:lpstr>L’AMÉLIORATION DE LA QUALITÉ</vt:lpstr>
      <vt:lpstr>UN EXTRAIT DU BLUEPRINT</vt:lpstr>
      <vt:lpstr>LE MOCKUP</vt:lpstr>
      <vt:lpstr>LE CHOIX DE L’OUTIL DE VISUALISATION</vt:lpstr>
      <vt:lpstr>Présentation PowerPoint</vt:lpstr>
      <vt:lpstr>Présentation PowerPoint</vt:lpstr>
      <vt:lpstr>MERCI</vt:lpstr>
      <vt:lpstr>ANNEXE </vt:lpstr>
      <vt:lpstr>ANNEXE : LE BLUEPRINT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</dc:creator>
  <cp:lastModifiedBy>Sophie K</cp:lastModifiedBy>
  <cp:revision>24</cp:revision>
  <dcterms:created xsi:type="dcterms:W3CDTF">2026-01-05T17:45:19Z</dcterms:created>
  <dcterms:modified xsi:type="dcterms:W3CDTF">2026-01-11T21:41:57Z</dcterms:modified>
</cp:coreProperties>
</file>